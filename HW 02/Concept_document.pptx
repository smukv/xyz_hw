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C8FF"/>
    <a:srgbClr val="7DDDFF"/>
    <a:srgbClr val="47CFFF"/>
    <a:srgbClr val="FF57CB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16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1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5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5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0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9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0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4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0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9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7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47636-53A3-49E7-A10D-B26BC742D9B4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DEEF-3AEA-4680-BDD0-2C7FFED64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1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5649" y="2085974"/>
            <a:ext cx="5962651" cy="1033464"/>
          </a:xfrm>
          <a:solidFill>
            <a:srgbClr val="FF33CC">
              <a:alpha val="49000"/>
            </a:srgbClr>
          </a:solidFill>
          <a:ln>
            <a:noFill/>
          </a:ln>
          <a:effectLst>
            <a:reflection blurRad="63500" stA="91000" dist="101600" dir="5400000" sy="-100000" algn="bl" rotWithShape="0"/>
          </a:effectLst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Pandora station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3925" y="4867275"/>
            <a:ext cx="2533650" cy="163829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600" dirty="0" err="1">
                <a:solidFill>
                  <a:srgbClr val="7DDD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PoC</a:t>
            </a:r>
            <a:r>
              <a:rPr lang="en-US" sz="1600" dirty="0">
                <a:solidFill>
                  <a:srgbClr val="7DDD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endParaRPr lang="en-US" sz="1600" b="0" dirty="0" smtClean="0">
              <a:solidFill>
                <a:srgbClr val="7DDD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solidFill>
                  <a:srgbClr val="7DDD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Смук Василий</a:t>
            </a:r>
            <a:endParaRPr lang="ru-RU" sz="1600" b="0" dirty="0" smtClean="0">
              <a:solidFill>
                <a:srgbClr val="7DDD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dirty="0" smtClean="0">
                <a:solidFill>
                  <a:srgbClr val="7DDD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Crosby#3648</a:t>
            </a:r>
            <a:endParaRPr lang="ru-RU" sz="1600" dirty="0" smtClean="0">
              <a:solidFill>
                <a:srgbClr val="7DDD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sz="1600" b="0" dirty="0" smtClean="0">
              <a:solidFill>
                <a:srgbClr val="7DDD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smtClean="0">
                <a:solidFill>
                  <a:srgbClr val="7DDD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version: 0.1</a:t>
            </a:r>
            <a:endParaRPr lang="en-US" sz="1600" b="0" dirty="0" smtClean="0">
              <a:solidFill>
                <a:srgbClr val="7DDD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95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17500" dir="2700000" algn="tl" rotWithShape="0">
              <a:srgbClr val="FF57CB">
                <a:alpha val="40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2DC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</a:t>
            </a:r>
            <a:r>
              <a:rPr lang="ru-RU" sz="3200" dirty="0" err="1" smtClean="0">
                <a:solidFill>
                  <a:srgbClr val="2DC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геймплей</a:t>
            </a:r>
            <a:endParaRPr lang="en-US" sz="3200" dirty="0">
              <a:solidFill>
                <a:srgbClr val="2DC8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33CC"/>
              </a:buCl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25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17500" dir="2700000" algn="tl" rotWithShape="0">
              <a:srgbClr val="FF57CB">
                <a:alpha val="40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47C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</a:t>
            </a:r>
            <a:r>
              <a:rPr lang="ru-RU" sz="3200" dirty="0" err="1" smtClean="0">
                <a:solidFill>
                  <a:srgbClr val="47C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геймплей</a:t>
            </a:r>
            <a:endParaRPr lang="en-US" sz="3200" dirty="0">
              <a:solidFill>
                <a:srgbClr val="47C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42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50800" dist="317500" dir="2700000" algn="tl" rotWithShape="0">
              <a:srgbClr val="FF57CB">
                <a:alpha val="40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47C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</a:t>
            </a:r>
            <a:r>
              <a:rPr lang="ru-RU" sz="3200" dirty="0" err="1" smtClean="0">
                <a:solidFill>
                  <a:srgbClr val="47C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геймплей</a:t>
            </a:r>
            <a:endParaRPr lang="en-US" sz="3200" dirty="0">
              <a:solidFill>
                <a:srgbClr val="47C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39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10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Pandora station</vt:lpstr>
      <vt:lpstr>Основной геймплей</vt:lpstr>
      <vt:lpstr>Основной геймплей</vt:lpstr>
      <vt:lpstr>Основной геймплей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Pandora station</dc:title>
  <dc:creator>Vasiliy Smuk</dc:creator>
  <cp:lastModifiedBy>Vasiliy Smuk</cp:lastModifiedBy>
  <cp:revision>4</cp:revision>
  <dcterms:created xsi:type="dcterms:W3CDTF">2020-11-01T20:13:34Z</dcterms:created>
  <dcterms:modified xsi:type="dcterms:W3CDTF">2020-11-01T20:45:07Z</dcterms:modified>
</cp:coreProperties>
</file>